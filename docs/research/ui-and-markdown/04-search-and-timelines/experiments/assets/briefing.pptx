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study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Controlled presentation. Maya observed Riverside pollinators.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Observation, not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 visits in ten minutes on 17 May 2024. Rain interrupted a later visit; no causal estimate.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sampling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Morning and noon. Compare against the earlier noon-only proposal.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