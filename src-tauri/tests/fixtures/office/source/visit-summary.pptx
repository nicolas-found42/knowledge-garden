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eb47c9ad84dda" /><Relationship Type="http://schemas.openxmlformats.org/officeDocument/2006/relationships/extended-properties" Target="/docProps/app.xml" Id="R58ec0b7f09af430c" /><Relationship Type="http://schemas.openxmlformats.org/officeDocument/2006/relationships/officeDocument" Target="/ppt/presentation.xml" Id="R1ce6d0878abf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c8091dcf24156"/>
  </p:sldMasterIdLst>
  <p:notesMasterIdLst>
    <p:notesMasterId xmlns:r="http://schemas.openxmlformats.org/officeDocument/2006/relationships" r:id="R659d25b46e3442d8"/>
  </p:notesMasterIdLst>
  <p:sldIdLst>
    <p:sldId xmlns:r="http://schemas.openxmlformats.org/officeDocument/2006/relationships" id="256" r:id="R4a2b8679540c4f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99f50977e4ee0" /><Relationship Type="http://schemas.openxmlformats.org/officeDocument/2006/relationships/slideMaster" Target="/ppt/slideMasters/slideMaster1.xml" Id="Ref2c8091dcf24156" /><Relationship Type="http://schemas.openxmlformats.org/officeDocument/2006/relationships/notesMaster" Target="/ppt/notesMasters/notesMaster1.xml" Id="R659d25b46e3442d8" /><Relationship Type="http://schemas.openxmlformats.org/officeDocument/2006/relationships/presProps" Target="/ppt/presProps.xml" Id="R60cc9663649948c2" /><Relationship Type="http://schemas.openxmlformats.org/officeDocument/2006/relationships/tableStyles" Target="/ppt/tableStyles.xml" Id="Rdfe8f5d73b6243d9" /><Relationship Type="http://schemas.openxmlformats.org/officeDocument/2006/relationships/slide" Target="/ppt/slides/slide1.xml" Id="R4a2b8679540c4f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e04b225ca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cab714519b401b" /><Relationship Type="http://schemas.openxmlformats.org/officeDocument/2006/relationships/notesMaster" Target="/ppt/notesMasters/notesMaster1.xml" Id="Re66deceb61d8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unconfirmed correction suggests the count may be 14 visits. Do not replace the slide’s visible count until the correction is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756203dac4d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e355efbd14ed5" /><Relationship Type="http://schemas.openxmlformats.org/officeDocument/2006/relationships/slideLayout" Target="/ppt/slideLayouts/slideLayout1.xml" Id="R0d4507040a4c4d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507040a4c4d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2b1a83673324643"/><Relationship Type="http://schemas.openxmlformats.org/officeDocument/2006/relationships/notesSlide" Target="/ppt/notesSlides/notesSlide1.xml" Id="R0ad0a50ef93a49a0"/><Relationship Id="rIdFixtureLink" Type="http://schemas.openxmlformats.org/officeDocument/2006/relationships/hyperlink" Target="https://example.invalid/linked-method" TargetMode="External"/><Relationship Id="rIdFixtureOle" Type="http://schemas.openxmlformats.org/officeDocument/2006/relationships/oleObject" Target="../embeddings/oleObject1.bin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47D5B-4A3E-4BF0-83A7-8F7B320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043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Field visit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548D4-40D7-43A0-8F46-5C516E2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12 visits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F6C5-FD3E-4276-BF5D-AA387B68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  <a:hlinkClick xmlns:ns0="http://schemas.openxmlformats.org/officeDocument/2006/relationships" ns0:id="rIdFixtureLink"/>
              </a:rPr>
              <a:t>Linked method: https://example.invalid/linked-method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3BAF2-F8A7-4890-9D0A-C82E078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Embedded item: unreadable object fixture</a:t>
            </a:r>
          </a:p>
        </p:txBody>
      </p:sp>
    </p:spTree>
    <p:extLst>
      <p:ext uri="{BB962C8B-B14F-4D97-AF65-F5344CB8AC3E}">
        <p14:creationId xmlns:p14="http://schemas.microsoft.com/office/powerpoint/2010/main" val="592981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2026-10-03T21:28:22.8150000Z</dcterms:created>
  <dcterms:modified xsi:type="dcterms:W3CDTF">2026-10-03T21:28:22.8150000Z</dcterms:modified>
</coreProperties>
</file>