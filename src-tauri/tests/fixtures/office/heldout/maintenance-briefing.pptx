
<file path=[Content_Types].xml><?xml version="1.0" encoding="utf-8"?>
<ns0:Types xmlns:ns0="http://schemas.openxmlformats.org/package/2006/content-types">
  <ns0:Default Extension="xml" ContentType="application/vnd.openxmlformats-package.core-properties+xml"/>
  <ns0:Default Extension="rels" ContentType="application/vnd.openxmlformats-package.relationships+xml"/>
  <ns0:Override PartName="/docProps/app.xml" ContentType="application/vnd.openxmlformats-officedocument.extended-properties+xml"/>
  <ns0:Override PartName="/ppt/presentation.xml" ContentType="application/vnd.openxmlformats-officedocument.presentationml.presentation.main+xml"/>
  <ns0:Override PartName="/ppt/theme/theme1.xml" ContentType="application/vnd.openxmlformats-officedocument.theme+xml"/>
  <ns0:Override PartName="/ppt/slideMasters/slideMaster1.xml" ContentType="application/vnd.openxmlformats-officedocument.presentationml.slideMaster+xml"/>
  <ns0:Override PartName="/ppt/slideMasters/theme/theme2.xml" ContentType="application/vnd.openxmlformats-officedocument.theme+xml"/>
  <ns0:Override PartName="/ppt/slideLayouts/slideLayout1.xml" ContentType="application/vnd.openxmlformats-officedocument.presentationml.slideLayout+xml"/>
  <ns0:Override PartName="/ppt/notesMasters/notesMaster1.xml" ContentType="application/vnd.openxmlformats-officedocument.presentationml.notesMaster+xml"/>
  <ns0:Override PartName="/ppt/notesMasters/theme/theme3.xml" ContentType="application/vnd.openxmlformats-officedocument.theme+xml"/>
  <ns0:Override PartName="/ppt/presProps.xml" ContentType="application/vnd.openxmlformats-officedocument.presentationml.presProps+xml"/>
  <ns0:Override PartName="/ppt/tableStyles.xml" ContentType="application/vnd.openxmlformats-officedocument.presentationml.tableStyles+xml"/>
  <ns0:Override PartName="/ppt/slides/slide1.xml" ContentType="application/vnd.openxmlformats-officedocument.presentationml.slide+xml"/>
  <ns0:Override PartName="/ppt/notesSlides/notesSlide1.xml" ContentType="application/vnd.openxmlformats-officedocument.presentationml.notesSlide+xml"/>
  <ns0:Override PartName="/ppt/embeddings/oleObject1.bin" ContentType="application/vnd.openxmlformats-officedocument.oleObject"/>
</ns0: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feb47c9ad84dda" /><Relationship Type="http://schemas.openxmlformats.org/officeDocument/2006/relationships/extended-properties" Target="/docProps/app.xml" Id="R58ec0b7f09af430c" /><Relationship Type="http://schemas.openxmlformats.org/officeDocument/2006/relationships/officeDocument" Target="/ppt/presentation.xml" Id="R1ce6d0878abf41f8" /></Relationships>
</file>

<file path=ppt/presentation.xml><?xml version="1.0" encoding="utf-8"?>
<ns0:presentation xmlns:ns0="http://schemas.openxmlformats.org/presentationml/2006/main" xmlns:ns1="http://schemas.openxmlformats.org/officeDocument/2006/relationships">
  <ns0:sldMasterIdLst>
    <ns0:sldMasterId id="2147483648" ns1:id="Ref2c8091dcf24156"/>
  </ns0:sldMasterIdLst>
  <ns0:notesMasterIdLst>
    <ns0:notesMasterId ns1:id="R659d25b46e3442d8"/>
  </ns0:notesMasterIdLst>
  <ns0:sldIdLst>
    <ns0:sldId id="256" ns1:id="R4a2b8679540c4fea"/>
  </ns0:sldIdLst>
  <ns0:sldSz cx="12192000" cy="6858000"/>
  <ns0:notesSz cx="6858000" cy="9144000"/>
</ns0:presentation>
</file>

<file path=ppt/presProps.xml><?xml version="1.0" encoding="utf-8"?>
<ns0:presentationPr xmlns:ns0="http://schemas.openxmlformats.org/presentationml/2006/main" xmlns:ns1="http://schemas.microsoft.com/office/powerpoint/2010/main" xmlns:ns2="http://schemas.microsoft.com/office/powerpoint/2012/main">
  <ns0:extLst>
    <ns0:ext uri="{E76CE94A-603C-4142-B9EB-6D1370010A27}">
      <ns1:discardImageEditData val="0"/>
    </ns0:ext>
    <ns0:ext uri="{D31A062A-798A-4329-ABDD-BBA856620510}">
      <ns1:defaultImageDpi val="32767"/>
    </ns0:ext>
    <ns0:ext uri="{FD5EFAAD-0ECE-453E-9831-46B23BE46B34}">
      <ns2:chartTrackingRefBased val="1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899f50977e4ee0" /><Relationship Type="http://schemas.openxmlformats.org/officeDocument/2006/relationships/slideMaster" Target="/ppt/slideMasters/slideMaster1.xml" Id="Ref2c8091dcf24156" /><Relationship Type="http://schemas.openxmlformats.org/officeDocument/2006/relationships/notesMaster" Target="/ppt/notesMasters/notesMaster1.xml" Id="R659d25b46e3442d8" /><Relationship Type="http://schemas.openxmlformats.org/officeDocument/2006/relationships/presProps" Target="/ppt/presProps.xml" Id="R60cc9663649948c2" /><Relationship Type="http://schemas.openxmlformats.org/officeDocument/2006/relationships/tableStyles" Target="/ppt/tableStyles.xml" Id="Rdfe8f5d73b6243d9" /><Relationship Type="http://schemas.openxmlformats.org/officeDocument/2006/relationships/slide" Target="/ppt/slides/slide1.xml" Id="R4a2b8679540c4f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6e04b225ca4358" /></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Header Placeholder"/>
          <ns0:cNvSpPr/>
          <ns0:nvPr>
            <ns0:ph type="hdr" sz="quarter"/>
          </ns0:nvPr>
        </ns0:nvSpPr>
        <ns0:spPr>
          <ns1:prstGeom prst="rect">
            <ns1:avLst/>
          </ns1:prstGeom>
        </ns0:spPr>
        <ns0:txBody>
          <ns1:bodyPr/>
          <ns1:lstStyle/>
          <ns1:p/>
        </ns0:txBody>
      </ns0:sp>
      <ns0:sp>
        <ns0:nvSpPr>
          <ns0:cNvPr id="3" name="Date Placeholder"/>
          <ns0:cNvSpPr/>
          <ns0:nvPr>
            <ns0:ph type="dt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/>
        </ns0:txBody>
      </ns0:sp>
      <ns0:sp>
        <ns0:nvSpPr>
          <ns0:cNvPr id="4" name="Slide Image Placeholder"/>
          <ns0:cNvSpPr/>
          <ns0:nvPr>
            <ns0:ph type="sldImg" idx="2"/>
          </ns0:nvPr>
        </ns0:nvSpPr>
        <ns0:spPr>
          <ns1:prstGeom prst="rect">
            <ns1:avLst/>
          </ns1:prstGeom>
        </ns0:spPr>
        <ns0:txBody>
          <ns1:bodyPr/>
          <ns1:lstStyle/>
          <ns1:p/>
        </ns0:txBody>
      </ns0:sp>
      <ns0:sp>
        <ns0:nvSpPr>
          <ns0:cNvPr id="5" name="Notes Placeholder"/>
          <ns0:cNvSpPr/>
          <ns0:nvPr>
            <ns0:ph type="body" sz="quarter" idx="3"/>
          </ns0:nvPr>
        </ns0:nvSpPr>
        <ns0:spPr>
          <ns1:prstGeom prst="rect">
            <ns1:avLst/>
          </ns1:prstGeom>
        </ns0:spPr>
        <ns0:txBody>
          <ns1:bodyPr/>
          <ns1:lstStyle/>
          <ns1:p/>
        </ns0:txBody>
      </ns0:sp>
      <ns0:sp>
        <ns0:nvSpPr>
          <ns0:cNvPr id="6" name="Footer Placeholder"/>
          <ns0:cNvSpPr/>
          <ns0:nvPr>
            <ns0:ph type="ftr" sz="quarter" idx="4"/>
          </ns0:nvPr>
        </ns0:nvSpPr>
        <ns0:spPr>
          <ns1:prstGeom prst="rect">
            <ns1:avLst/>
          </ns1:prstGeom>
        </ns0:spPr>
        <ns0:txBody>
          <ns1:bodyPr/>
          <ns1:lstStyle/>
          <ns1:p/>
        </ns0:txBody>
      </ns0:sp>
      <ns0:sp>
        <ns0:nvSpPr>
          <ns0:cNvPr id="7" name="Slide Number Placeholder"/>
          <ns0:cNvSpPr/>
          <ns0:nvPr>
            <ns0:ph type="sldNum" sz="quarter" idx="5"/>
          </ns0:nvPr>
        </ns0:nvSpPr>
        <ns0:spPr>
          <ns1:prstGeom prst="rect">
            <ns1:avLst/>
          </ns1:prstGeom>
        </ns0:spPr>
        <ns0:txBody>
          <ns1:bodyPr/>
          <ns1:lstStyle/>
          <ns1:p/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/>
    </ns1:lvl1pPr>
  </ns0:notesStyle>
</ns0:notesMaster>
</file>

<file path=ppt/notesMasters/theme/theme3.xml><?xml version="1.0" encoding="utf-8"?>
<ns0:theme xmlns:ns0="http://schemas.openxmlformats.org/drawingml/2006/main" name="ChatGPT">
  <ns0:themeElements>
    <ns0:clrScheme name="ChatGPT">
      <ns0:dk1>
        <ns0:srgbClr val="000000"/>
      </ns0:dk1>
      <ns0:lt1>
        <ns0:srgbClr val="FFFFFF"/>
      </ns0:lt1>
      <ns0:dk2>
        <ns0:srgbClr val="0E2841"/>
      </ns0:dk2>
      <ns0:lt2>
        <ns0:srgbClr val="E8E8E8"/>
      </ns0:lt2>
      <ns0:accent1>
        <ns0:srgbClr val="156082"/>
      </ns0:accent1>
      <ns0:accent2>
        <ns0:srgbClr val="E97132"/>
      </ns0:accent2>
      <ns0:accent3>
        <ns0:srgbClr val="196B24"/>
      </ns0:accent3>
      <ns0:accent4>
        <ns0:srgbClr val="0F9ED5"/>
      </ns0:accent4>
      <ns0:accent5>
        <ns0:srgbClr val="A02B93"/>
      </ns0:accent5>
      <ns0:accent6>
        <ns0:srgbClr val="4EA72E"/>
      </ns0:accent6>
      <ns0:hlink>
        <ns0:srgbClr val="467886"/>
      </ns0:hlink>
      <ns0:folHlink>
        <ns0:srgbClr val="96607D"/>
      </ns0:folHlink>
    </ns0:clrScheme>
    <ns0:fontScheme name="">
      <ns0:majorFont>
        <ns0:latin typeface="Aptos"/>
        <ns0:ea typeface=""/>
        <ns0:cs typeface=""/>
      </ns0:majorFont>
      <ns0:minorFont>
        <ns0:latin typeface="Aptos"/>
        <ns0:ea typeface=""/>
        <ns0:cs typeface=""/>
      </ns0:minorFont>
    </ns0:fontScheme>
    <ns0:fmtScheme name="ChatGPT">
      <ns0:fillStyleLst>
        <ns0:solidFill>
          <ns0:schemeClr val="phClr"/>
        </ns0:solidFill>
        <ns0:gradFill>
          <ns0:gsLst>
            <ns0:gs pos="0">
              <ns0:schemeClr val="phClr">
                <ns0:tint val="67000"/>
                <ns0:lumMod val="110000"/>
                <ns0:satMod val="105000"/>
              </ns0:schemeClr>
            </ns0:gs>
            <ns0:gs pos="50000">
              <ns0:schemeClr val="phClr">
                <ns0:tint val="73000"/>
                <ns0:lumMod val="105000"/>
                <ns0:satMod val="103000"/>
              </ns0:schemeClr>
            </ns0:gs>
            <ns0:gs pos="100000">
              <ns0:schemeClr val="phClr">
                <ns0:tint val="81000"/>
                <ns0:lumMod val="105000"/>
                <ns0:satMod val="109000"/>
              </ns0:schemeClr>
            </ns0:gs>
          </ns0:gsLst>
          <ns0:lin ang="5400000" scaled="0"/>
        </ns0:gradFill>
        <ns0:gradFill>
          <ns0:gsLst>
            <ns0:gs pos="0">
              <ns0:schemeClr val="phClr">
                <ns0:tint val="94000"/>
                <ns0:lumMod val="102000"/>
                <ns0:satMod val="103000"/>
              </ns0:schemeClr>
            </ns0:gs>
            <ns0:gs pos="50000">
              <ns0:schemeClr val="phClr">
                <ns0:shade val="100000"/>
                <ns0:lumMod val="100000"/>
                <ns0:satMod val="110000"/>
              </ns0:schemeClr>
            </ns0:gs>
            <ns0:gs pos="100000">
              <ns0:schemeClr val="phClr">
                <ns0:shade val="78000"/>
                <ns0:lumMod val="99000"/>
                <ns0:satMod val="120000"/>
              </ns0:schemeClr>
            </ns0:gs>
          </ns0:gsLst>
          <ns0:lin ang="5400000" scaled="0"/>
        </ns0:gradFill>
      </ns0:fillStyleLst>
      <ns0:lnStyleLst>
        <ns0:ln w="12700">
          <ns0:solidFill>
            <ns0:schemeClr val="phClr"/>
          </ns0:solidFill>
          <ns0:prstDash val="solid"/>
        </ns0:ln>
        <ns0:ln w="19050">
          <ns0:solidFill>
            <ns0:schemeClr val="phClr"/>
          </ns0:solidFill>
          <ns0:prstDash val="solid"/>
        </ns0:ln>
        <ns0:ln w="25400">
          <ns0:solidFill>
            <ns0:schemeClr val="phClr"/>
          </ns0:solidFill>
          <ns0:prstDash val="solid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>
              <ns0:srgbClr val="000000">
                <ns0:alpha val="16000"/>
              </ns0:srgbClr>
            </ns0:outerShdw>
          </ns0:effectLst>
        </ns0:effectStyle>
        <ns0:effectStyle>
          <ns0:effectLst>
            <ns0:outerShdw blurRad="19050" dist="9525" dir="5400000">
              <ns0:srgbClr val="000000">
                <ns0:alpha val="6000"/>
              </ns0:srgbClr>
            </ns0:outerShdw>
          </ns0:effectLst>
        </ns0:effectStyle>
        <ns0:effectStyle>
          <ns0:effectLst>
            <ns0:outerShdw blurRad="28575" dist="9525" dir="5400000">
              <ns0:srgbClr val="000000">
                <ns0:alpha val="8000"/>
              </ns0:srgbClr>
            </ns0:outerShdw>
          </ns0:effectLst>
        </ns0:effectStyle>
        <ns0:effectStyle>
          <ns0:effectLst>
            <ns0:outerShdw blurRad="57150" dist="19050" dir="5400000">
              <ns0:srgbClr val="000000">
                <ns0:alpha val="10000"/>
              </ns0:srgbClr>
            </ns0:outerShdw>
          </ns0:effectLst>
        </ns0:effectStyle>
        <ns0:effectStyle>
          <ns0:effectLst>
            <ns0:outerShdw blurRad="114300" dist="38100" dir="5400000">
              <ns0:srgbClr val="000000">
                <ns0:alpha val="12000"/>
              </ns0:srgbClr>
            </ns0:outerShdw>
          </ns0:effectLst>
        </ns0:effectStyle>
        <ns0:effectStyle>
          <ns0:effectLst>
            <ns0:outerShdw blurRad="171450" dist="57150" dir="5400000">
              <ns0:srgbClr val="000000">
                <ns0:alpha val="16000"/>
              </ns0:srgbClr>
            </ns0:outerShdw>
          </ns0:effectLst>
        </ns0:effectStyle>
        <ns0:effectStyle>
          <ns0:effectLst>
            <ns0:outerShdw blurRad="266700" dist="95250" dir="5400000">
              <ns0:srgbClr val="000000">
                <ns0:alpha val="24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>
          <ns0:gsLst>
            <ns0:gs pos="0">
              <ns0:schemeClr val="phClr">
                <ns0:tint val="93000"/>
                <ns0:shade val="98000"/>
                <ns0:lumMod val="102000"/>
                <ns0:satMod val="150000"/>
              </ns0:schemeClr>
            </ns0:gs>
            <ns0:gs pos="50000">
              <ns0:schemeClr val="phClr">
                <ns0:tint val="98000"/>
                <ns0:shade val="90000"/>
                <ns0:lumMod val="103000"/>
                <ns0:satMod val="130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</ns0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cab714519b401b" /><Relationship Type="http://schemas.openxmlformats.org/officeDocument/2006/relationships/notesMaster" Target="/ppt/notesMasters/notesMaster1.xml" Id="Re66deceb61d8485c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Open only after an independent pressure gauge confirms less than 18 kPa. This instruction is conditional, not a record that the valve was opened.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2756203dac4d2b" /></Relationships>
</file>

<file path=ppt/slideLayouts/slideLayout1.xml><?xml version="1.0" encoding="utf-8"?>
<ns0:sldLayout xmlns:ns0="http://schemas.openxmlformats.org/presentationml/2006/main" xmlns:ns1="http://schemas.openxmlformats.org/drawingml/2006/main" type="title">
  <ns0:cSld name="Title Slide">
    <ns0:spTree>
      <ns0:nvGrpSpPr>
        <ns0:cNvPr id="1" name=""/>
        <ns0:cNvGrpSpPr/>
        <ns0:nvPr/>
      </ns0:nvGrpSpPr>
      <ns0:grpSpPr>
        <ns1:xfrm/>
      </ns0:grpSpPr>
    </ns0:spTree>
  </ns0:cSld>
</ns0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1e355efbd14ed5" /><Relationship Type="http://schemas.openxmlformats.org/officeDocument/2006/relationships/slideLayout" Target="/ppt/slideLayouts/slideLayout1.xml" Id="R0d4507040a4c4d94" /></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 name="Master"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/>
      </ns0:grpSpPr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0d4507040a4c4d94"/>
  </ns0:sldLayoutIdLst>
  <ns0:txStyles>
    <ns0:titleStyle>
      <ns1:lvl1pPr algn="l">
        <ns1:lnSpc>
          <ns1:spcPct val="90000"/>
        </ns1:lnSpc>
        <ns1:spcBef>
          <ns1:spcPts val="0"/>
        </ns1:spcBef>
        <ns1:buNone/>
        <ns1:defRPr sz="4400">
          <ns1:solidFill>
            <ns1:schemeClr val="tx1"/>
          </ns1:solidFill>
          <ns1:latin typeface="+mj-lt"/>
          <ns1:ea typeface="+mj-lt"/>
          <ns1:cs typeface="+mj-lt"/>
        </ns1:defRPr>
      </ns1:lvl1pPr>
    </ns0:titleStyle>
    <ns0:bodyStyle>
      <ns1:lvl1pPr marL="228600" indent="-228600" algn="l">
        <ns1:lnSpc>
          <ns1:spcPct val="90000"/>
        </ns1:lnSpc>
        <ns1:spcBef>
          <ns1:spcPts val="1000"/>
        </ns1:spcBef>
        <ns1:buChar char="•"/>
        <ns1:defRPr sz="2800">
          <ns1:solidFill>
            <ns1:schemeClr val="tx1"/>
          </ns1:solidFill>
          <ns1:latin typeface="+mn-lt"/>
          <ns1:ea typeface="+mn-lt"/>
          <ns1:cs typeface="+mn-lt"/>
        </ns1:defRPr>
      </ns1:lvl1pPr>
      <ns1:lvl2pPr marL="685800" indent="-228600" algn="l">
        <ns1:lnSpc>
          <ns1:spcPct val="90000"/>
        </ns1:lnSpc>
        <ns1:spcBef>
          <ns1:spcPts val="500"/>
        </ns1:spcBef>
        <ns1:buChar char="•"/>
        <ns1:defRPr sz="2400">
          <ns1:solidFill>
            <ns1:schemeClr val="tx1"/>
          </ns1:solidFill>
          <ns1:latin typeface="+mn-lt"/>
          <ns1:ea typeface="+mn-lt"/>
          <ns1:cs typeface="+mn-lt"/>
        </ns1:defRPr>
      </ns1:lvl2pPr>
      <ns1:lvl3pPr marL="1143000" indent="-228600" algn="l">
        <ns1:lnSpc>
          <ns1:spcPct val="90000"/>
        </ns1:lnSpc>
        <ns1:spcBef>
          <ns1:spcPts val="500"/>
        </ns1:spcBef>
        <ns1:buChar char="•"/>
        <ns1:defRPr sz="2000">
          <ns1:solidFill>
            <ns1:schemeClr val="tx1"/>
          </ns1:solidFill>
          <ns1:latin typeface="+mn-lt"/>
          <ns1:ea typeface="+mn-lt"/>
          <ns1:cs typeface="+mn-lt"/>
        </ns1:defRPr>
      </ns1:lvl3pPr>
      <ns1:lvl4pPr marL="1600200" indent="-228600" algn="l">
        <ns1:lnSpc>
          <ns1:spcPct val="90000"/>
        </ns1:lnSpc>
        <ns1:spcBef>
          <ns1:spcPts val="500"/>
        </ns1:spcBef>
        <ns1:buChar char="•"/>
        <ns1:defRPr sz="1800">
          <ns1:solidFill>
            <ns1:schemeClr val="tx1"/>
          </ns1:solidFill>
          <ns1:latin typeface="+mn-lt"/>
          <ns1:ea typeface="+mn-lt"/>
          <ns1:cs typeface="+mn-lt"/>
        </ns1:defRPr>
      </ns1:lvl4pPr>
      <ns1:lvl5pPr marL="2057400" indent="-228600" algn="l">
        <ns1:lnSpc>
          <ns1:spcPct val="90000"/>
        </ns1:lnSpc>
        <ns1:spcBef>
          <ns1:spcPts val="500"/>
        </ns1:spcBef>
        <ns1:buChar char="•"/>
        <ns1:defRPr sz="1800">
          <ns1:solidFill>
            <ns1:schemeClr val="tx1"/>
          </ns1:solidFill>
          <ns1:latin typeface="+mn-lt"/>
          <ns1:ea typeface="+mn-lt"/>
          <ns1:cs typeface="+mn-lt"/>
        </ns1:defRPr>
      </ns1:lvl5pPr>
      <ns1:lvl6pPr marL="2514600" indent="-228600" algn="l">
        <ns1:lnSpc>
          <ns1:spcPct val="90000"/>
        </ns1:lnSpc>
        <ns1:spcBef>
          <ns1:spcPts val="500"/>
        </ns1:spcBef>
        <ns1:buChar char="•"/>
        <ns1:defRPr sz="1800">
          <ns1:solidFill>
            <ns1:schemeClr val="tx1"/>
          </ns1:solidFill>
          <ns1:latin typeface="+mn-lt"/>
          <ns1:ea typeface="+mn-lt"/>
          <ns1:cs typeface="+mn-lt"/>
        </ns1:defRPr>
      </ns1:lvl6pPr>
      <ns1:lvl7pPr marL="2971800" indent="-228600" algn="l">
        <ns1:lnSpc>
          <ns1:spcPct val="90000"/>
        </ns1:lnSpc>
        <ns1:spcBef>
          <ns1:spcPts val="500"/>
        </ns1:spcBef>
        <ns1:buChar char="•"/>
        <ns1:defRPr sz="1800">
          <ns1:solidFill>
            <ns1:schemeClr val="tx1"/>
          </ns1:solidFill>
          <ns1:latin typeface="+mn-lt"/>
          <ns1:ea typeface="+mn-lt"/>
          <ns1:cs typeface="+mn-lt"/>
        </ns1:defRPr>
      </ns1:lvl7pPr>
      <ns1:lvl8pPr marL="3429000" indent="-228600" algn="l">
        <ns1:lnSpc>
          <ns1:spcPct val="90000"/>
        </ns1:lnSpc>
        <ns1:spcBef>
          <ns1:spcPts val="500"/>
        </ns1:spcBef>
        <ns1:buChar char="•"/>
        <ns1:defRPr sz="1800">
          <ns1:solidFill>
            <ns1:schemeClr val="tx1"/>
          </ns1:solidFill>
          <ns1:latin typeface="+mn-lt"/>
          <ns1:ea typeface="+mn-lt"/>
          <ns1:cs typeface="+mn-lt"/>
        </ns1:defRPr>
      </ns1:lvl8pPr>
      <ns1:lvl9pPr marL="3886200" indent="-228600" algn="l">
        <ns1:lnSpc>
          <ns1:spcPct val="90000"/>
        </ns1:lnSpc>
        <ns1:spcBef>
          <ns1:spcPts val="500"/>
        </ns1:spcBef>
        <ns1:buChar char="•"/>
        <ns1:defRPr sz="1800">
          <ns1:solidFill>
            <ns1:schemeClr val="tx1"/>
          </ns1:solidFill>
          <ns1:latin typeface="+mn-lt"/>
          <ns1:ea typeface="+mn-lt"/>
          <ns1:cs typeface="+mn-lt"/>
        </ns1:defRPr>
      </ns1:lvl9pPr>
    </ns0:bodyStyle>
    <ns0:otherStyle>
      <ns1:lvl1pPr marL="0" algn="l">
        <ns1:buNone/>
        <ns1:defRPr sz="1800">
          <ns1:solidFill>
            <ns1:schemeClr val="tx1"/>
          </ns1:solidFill>
          <ns1:latin typeface="+mn-lt"/>
          <ns1:ea typeface="+mn-lt"/>
          <ns1:cs typeface="+mn-lt"/>
        </ns1:defRPr>
      </ns1:lvl1pPr>
      <ns1:lvl2pPr marL="457200" algn="l">
        <ns1:buNone/>
        <ns1:defRPr sz="1800">
          <ns1:solidFill>
            <ns1:schemeClr val="tx1"/>
          </ns1:solidFill>
          <ns1:latin typeface="+mn-lt"/>
          <ns1:ea typeface="+mn-lt"/>
          <ns1:cs typeface="+mn-lt"/>
        </ns1:defRPr>
      </ns1:lvl2pPr>
      <ns1:lvl3pPr marL="914400" algn="l">
        <ns1:buNone/>
        <ns1:defRPr sz="1800">
          <ns1:solidFill>
            <ns1:schemeClr val="tx1"/>
          </ns1:solidFill>
          <ns1:latin typeface="+mn-lt"/>
          <ns1:ea typeface="+mn-lt"/>
          <ns1:cs typeface="+mn-lt"/>
        </ns1:defRPr>
      </ns1:lvl3pPr>
      <ns1:lvl4pPr marL="1371600" algn="l">
        <ns1:buNone/>
        <ns1:defRPr sz="1800">
          <ns1:solidFill>
            <ns1:schemeClr val="tx1"/>
          </ns1:solidFill>
          <ns1:latin typeface="+mn-lt"/>
          <ns1:ea typeface="+mn-lt"/>
          <ns1:cs typeface="+mn-lt"/>
        </ns1:defRPr>
      </ns1:lvl4pPr>
      <ns1:lvl5pPr marL="1828800" algn="l">
        <ns1:buNone/>
        <ns1:defRPr sz="1800">
          <ns1:solidFill>
            <ns1:schemeClr val="tx1"/>
          </ns1:solidFill>
          <ns1:latin typeface="+mn-lt"/>
          <ns1:ea typeface="+mn-lt"/>
          <ns1:cs typeface="+mn-lt"/>
        </ns1:defRPr>
      </ns1:lvl5pPr>
      <ns1:lvl6pPr marL="2286000" algn="l">
        <ns1:buNone/>
        <ns1:defRPr sz="1800">
          <ns1:solidFill>
            <ns1:schemeClr val="tx1"/>
          </ns1:solidFill>
          <ns1:latin typeface="+mn-lt"/>
          <ns1:ea typeface="+mn-lt"/>
          <ns1:cs typeface="+mn-lt"/>
        </ns1:defRPr>
      </ns1:lvl6pPr>
      <ns1:lvl7pPr marL="2743200" algn="l">
        <ns1:buNone/>
        <ns1:defRPr sz="1800">
          <ns1:solidFill>
            <ns1:schemeClr val="tx1"/>
          </ns1:solidFill>
          <ns1:latin typeface="+mn-lt"/>
          <ns1:ea typeface="+mn-lt"/>
          <ns1:cs typeface="+mn-lt"/>
        </ns1:defRPr>
      </ns1:lvl7pPr>
      <ns1:lvl8pPr marL="3200400" algn="l">
        <ns1:buNone/>
        <ns1:defRPr sz="1800">
          <ns1:solidFill>
            <ns1:schemeClr val="tx1"/>
          </ns1:solidFill>
          <ns1:latin typeface="+mn-lt"/>
          <ns1:ea typeface="+mn-lt"/>
          <ns1:cs typeface="+mn-lt"/>
        </ns1:defRPr>
      </ns1:lvl8pPr>
      <ns1:lvl9pPr marL="3657600" algn="l">
        <ns1:buNone/>
        <ns1:defRPr sz="1800">
          <ns1:solidFill>
            <ns1:schemeClr val="tx1"/>
          </ns1:solidFill>
          <ns1:latin typeface="+mn-lt"/>
          <ns1:ea typeface="+mn-lt"/>
          <ns1:cs typeface="+mn-lt"/>
        </ns1:defRPr>
      </ns1:lvl9pPr>
    </ns0:otherStyle>
  </ns0:txStyles>
</ns0:sldMaster>
</file>

<file path=ppt/slideMasters/theme/theme2.xml><?xml version="1.0" encoding="utf-8"?>
<ns0:theme xmlns:ns0="http://schemas.openxmlformats.org/drawingml/2006/main" name="ChatGPT">
  <ns0:themeElements>
    <ns0:clrScheme name="ChatGPT">
      <ns0:dk1>
        <ns0:srgbClr val="000000"/>
      </ns0:dk1>
      <ns0:lt1>
        <ns0:srgbClr val="FFFFFF"/>
      </ns0:lt1>
      <ns0:dk2>
        <ns0:srgbClr val="0E2841"/>
      </ns0:dk2>
      <ns0:lt2>
        <ns0:srgbClr val="E8E8E8"/>
      </ns0:lt2>
      <ns0:accent1>
        <ns0:srgbClr val="156082"/>
      </ns0:accent1>
      <ns0:accent2>
        <ns0:srgbClr val="E97132"/>
      </ns0:accent2>
      <ns0:accent3>
        <ns0:srgbClr val="196B24"/>
      </ns0:accent3>
      <ns0:accent4>
        <ns0:srgbClr val="0F9ED5"/>
      </ns0:accent4>
      <ns0:accent5>
        <ns0:srgbClr val="A02B93"/>
      </ns0:accent5>
      <ns0:accent6>
        <ns0:srgbClr val="4EA72E"/>
      </ns0:accent6>
      <ns0:hlink>
        <ns0:srgbClr val="467886"/>
      </ns0:hlink>
      <ns0:folHlink>
        <ns0:srgbClr val="96607D"/>
      </ns0:folHlink>
    </ns0:clrScheme>
    <ns0:fontScheme name="">
      <ns0:majorFont>
        <ns0:latin typeface="Aptos"/>
        <ns0:ea typeface=""/>
        <ns0:cs typeface=""/>
      </ns0:majorFont>
      <ns0:minorFont>
        <ns0:latin typeface="Aptos"/>
        <ns0:ea typeface=""/>
        <ns0:cs typeface=""/>
      </ns0:minorFont>
    </ns0:fontScheme>
    <ns0:fmtScheme name="ChatGPT">
      <ns0:fillStyleLst>
        <ns0:solidFill>
          <ns0:schemeClr val="phClr"/>
        </ns0:solidFill>
        <ns0:gradFill>
          <ns0:gsLst>
            <ns0:gs pos="0">
              <ns0:schemeClr val="phClr">
                <ns0:tint val="67000"/>
                <ns0:lumMod val="110000"/>
                <ns0:satMod val="105000"/>
              </ns0:schemeClr>
            </ns0:gs>
            <ns0:gs pos="50000">
              <ns0:schemeClr val="phClr">
                <ns0:tint val="73000"/>
                <ns0:lumMod val="105000"/>
                <ns0:satMod val="103000"/>
              </ns0:schemeClr>
            </ns0:gs>
            <ns0:gs pos="100000">
              <ns0:schemeClr val="phClr">
                <ns0:tint val="81000"/>
                <ns0:lumMod val="105000"/>
                <ns0:satMod val="109000"/>
              </ns0:schemeClr>
            </ns0:gs>
          </ns0:gsLst>
          <ns0:lin ang="5400000" scaled="0"/>
        </ns0:gradFill>
        <ns0:gradFill>
          <ns0:gsLst>
            <ns0:gs pos="0">
              <ns0:schemeClr val="phClr">
                <ns0:tint val="94000"/>
                <ns0:lumMod val="102000"/>
                <ns0:satMod val="103000"/>
              </ns0:schemeClr>
            </ns0:gs>
            <ns0:gs pos="50000">
              <ns0:schemeClr val="phClr">
                <ns0:shade val="100000"/>
                <ns0:lumMod val="100000"/>
                <ns0:satMod val="110000"/>
              </ns0:schemeClr>
            </ns0:gs>
            <ns0:gs pos="100000">
              <ns0:schemeClr val="phClr">
                <ns0:shade val="78000"/>
                <ns0:lumMod val="99000"/>
                <ns0:satMod val="120000"/>
              </ns0:schemeClr>
            </ns0:gs>
          </ns0:gsLst>
          <ns0:lin ang="5400000" scaled="0"/>
        </ns0:gradFill>
      </ns0:fillStyleLst>
      <ns0:lnStyleLst>
        <ns0:ln w="12700">
          <ns0:solidFill>
            <ns0:schemeClr val="phClr"/>
          </ns0:solidFill>
          <ns0:prstDash val="solid"/>
        </ns0:ln>
        <ns0:ln w="19050">
          <ns0:solidFill>
            <ns0:schemeClr val="phClr"/>
          </ns0:solidFill>
          <ns0:prstDash val="solid"/>
        </ns0:ln>
        <ns0:ln w="25400">
          <ns0:solidFill>
            <ns0:schemeClr val="phClr"/>
          </ns0:solidFill>
          <ns0:prstDash val="solid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>
              <ns0:srgbClr val="000000">
                <ns0:alpha val="16000"/>
              </ns0:srgbClr>
            </ns0:outerShdw>
          </ns0:effectLst>
        </ns0:effectStyle>
        <ns0:effectStyle>
          <ns0:effectLst>
            <ns0:outerShdw blurRad="19050" dist="9525" dir="5400000">
              <ns0:srgbClr val="000000">
                <ns0:alpha val="6000"/>
              </ns0:srgbClr>
            </ns0:outerShdw>
          </ns0:effectLst>
        </ns0:effectStyle>
        <ns0:effectStyle>
          <ns0:effectLst>
            <ns0:outerShdw blurRad="28575" dist="9525" dir="5400000">
              <ns0:srgbClr val="000000">
                <ns0:alpha val="8000"/>
              </ns0:srgbClr>
            </ns0:outerShdw>
          </ns0:effectLst>
        </ns0:effectStyle>
        <ns0:effectStyle>
          <ns0:effectLst>
            <ns0:outerShdw blurRad="57150" dist="19050" dir="5400000">
              <ns0:srgbClr val="000000">
                <ns0:alpha val="10000"/>
              </ns0:srgbClr>
            </ns0:outerShdw>
          </ns0:effectLst>
        </ns0:effectStyle>
        <ns0:effectStyle>
          <ns0:effectLst>
            <ns0:outerShdw blurRad="114300" dist="38100" dir="5400000">
              <ns0:srgbClr val="000000">
                <ns0:alpha val="12000"/>
              </ns0:srgbClr>
            </ns0:outerShdw>
          </ns0:effectLst>
        </ns0:effectStyle>
        <ns0:effectStyle>
          <ns0:effectLst>
            <ns0:outerShdw blurRad="171450" dist="57150" dir="5400000">
              <ns0:srgbClr val="000000">
                <ns0:alpha val="16000"/>
              </ns0:srgbClr>
            </ns0:outerShdw>
          </ns0:effectLst>
        </ns0:effectStyle>
        <ns0:effectStyle>
          <ns0:effectLst>
            <ns0:outerShdw blurRad="266700" dist="95250" dir="5400000">
              <ns0:srgbClr val="000000">
                <ns0:alpha val="24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>
          <ns0:gsLst>
            <ns0:gs pos="0">
              <ns0:schemeClr val="phClr">
                <ns0:tint val="93000"/>
                <ns0:shade val="98000"/>
                <ns0:lumMod val="102000"/>
                <ns0:satMod val="150000"/>
              </ns0:schemeClr>
            </ns0:gs>
            <ns0:gs pos="50000">
              <ns0:schemeClr val="phClr">
                <ns0:tint val="98000"/>
                <ns0:shade val="90000"/>
                <ns0:lumMod val="103000"/>
                <ns0:satMod val="130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</ns0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2b1a83673324643"/><Relationship Type="http://schemas.openxmlformats.org/officeDocument/2006/relationships/notesSlide" Target="/ppt/notesSlides/notesSlide1.xml" Id="R0ad0a50ef93a49a0"/><Relationship Id="rIdFixtureLink" Type="http://schemas.openxmlformats.org/officeDocument/2006/relationships/hyperlink" Target="https://example.invalid/linked-method" TargetMode="External"/><Relationship Id="rIdFixtureOle" Type="http://schemas.openxmlformats.org/officeDocument/2006/relationships/oleObject" Target="../embeddings/oleObject1.bin"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5" name="">
            <ns1:extLst>
              <ns1:ext uri="{FF2B5EF4-FFF2-40B4-BE49-F238E27FC236}">
                <ns2:creationId id="{95247D5B-4A3E-4BF0-83A7-8F7B3208B8B1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685800"/>
            <ns1:ext cx="10439400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300" b="1">
                <ns1:solidFill>
                  <ns1:srgbClr val="20313F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3300" b="1">
                <ns1:solidFill>
                  <ns1:srgbClr val="20313F"/>
                </ns1:solidFill>
                <ns1:latin typeface="Helvetica Neue"/>
                <ns1:ea typeface="Helvetica Neue"/>
                <ns1:cs typeface="Helvetica Neue"/>
              </ns1:rPr>
              <ns1:t>Maintenance briefing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72C548D4-40D7-43A0-8F46-5C516E24123F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2000250"/>
            <ns1:ext cx="8572500" cy="16192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7200" b="1">
                <ns1:solidFill>
                  <ns1:srgbClr val="20313F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7200" b="1">
                <ns1:solidFill>
                  <ns1:srgbClr val="20313F"/>
                </ns1:solidFill>
                <ns1:latin typeface="Helvetica Neue"/>
                <ns1:ea typeface="Helvetica Neue"/>
                <ns1:cs typeface="Helvetica Neue"/>
              </ns1:rPr>
              <ns1:t>Valve setting: closed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7278F6C5-FD3E-4276-BF5D-AA387B68430B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5619750"/>
            <ns1:ext cx="100965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500" b="0">
                <ns1:solidFill>
                  <ns1:srgbClr val="20313F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500" b="0">
                <ns1:solidFill>
                  <ns1:srgbClr val="20313F"/>
                </ns1:solidFill>
                <ns1:latin typeface="Helvetica Neue"/>
                <ns1:ea typeface="Helvetica Neue"/>
                <ns1:cs typeface="Helvetica Neue"/>
                <ns1:hlinkClick ns3:id="rIdFixtureLink"/>
              </ns1:rPr>
              <ns1:t>Linked method: https://example.invalid/linked-method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B4D3BAF2-F8A7-4890-9D0A-C82E07823A43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6048375"/>
            <ns1:ext cx="1009650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200" b="0">
                <ns1:solidFill>
                  <ns1:srgbClr val="20313F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200" b="0">
                <ns1:solidFill>
                  <ns1:srgbClr val="20313F"/>
                </ns1:solidFill>
                <ns1:latin typeface="Helvetica Neue"/>
                <ns1:ea typeface="Helvetica Neue"/>
                <ns1:cs typeface="Helvetica Neue"/>
              </ns1:rPr>
              <ns1:t>Embedded item: unreadable object fixture</ns1:t>
            </ns1:r>
          </ns1:p>
        </ns0:txBody>
      </ns0:sp>
    </ns0:spTree>
    <ns0:extLst>
      <ns0:ext uri="{BB962C8B-B14F-4D97-AF65-F5344CB8AC3E}">
        <ns4:creationId val="592981390"/>
      </ns0:ext>
    </ns0:extLst>
  </ns0:cSld>
</ns0:sld>
</file>

<file path=ppt/theme/theme1.xml><?xml version="1.0" encoding="utf-8"?>
<ns0:theme xmlns:ns0="http://schemas.openxmlformats.org/drawingml/2006/main" name="ChatGPT">
  <ns0:themeElements>
    <ns0:clrScheme name="ChatGPT">
      <ns0:dk1>
        <ns0:srgbClr val="000000"/>
      </ns0:dk1>
      <ns0:lt1>
        <ns0:srgbClr val="FFFFFF"/>
      </ns0:lt1>
      <ns0:dk2>
        <ns0:srgbClr val="0E2841"/>
      </ns0:dk2>
      <ns0:lt2>
        <ns0:srgbClr val="E8E8E8"/>
      </ns0:lt2>
      <ns0:accent1>
        <ns0:srgbClr val="156082"/>
      </ns0:accent1>
      <ns0:accent2>
        <ns0:srgbClr val="E97132"/>
      </ns0:accent2>
      <ns0:accent3>
        <ns0:srgbClr val="196B24"/>
      </ns0:accent3>
      <ns0:accent4>
        <ns0:srgbClr val="0F9ED5"/>
      </ns0:accent4>
      <ns0:accent5>
        <ns0:srgbClr val="A02B93"/>
      </ns0:accent5>
      <ns0:accent6>
        <ns0:srgbClr val="4EA72E"/>
      </ns0:accent6>
      <ns0:hlink>
        <ns0:srgbClr val="467886"/>
      </ns0:hlink>
      <ns0:folHlink>
        <ns0:srgbClr val="96607D"/>
      </ns0:folHlink>
    </ns0:clrScheme>
    <ns0:fontScheme name="">
      <ns0:majorFont>
        <ns0:latin typeface="Aptos"/>
        <ns0:ea typeface=""/>
        <ns0:cs typeface=""/>
      </ns0:majorFont>
      <ns0:minorFont>
        <ns0:latin typeface="Aptos"/>
        <ns0:ea typeface=""/>
        <ns0:cs typeface=""/>
      </ns0:minorFont>
    </ns0:fontScheme>
    <ns0:fmtScheme name="ChatGPT">
      <ns0:fillStyleLst>
        <ns0:solidFill>
          <ns0:schemeClr val="phClr"/>
        </ns0:solidFill>
        <ns0:gradFill>
          <ns0:gsLst>
            <ns0:gs pos="0">
              <ns0:schemeClr val="phClr">
                <ns0:tint val="67000"/>
                <ns0:lumMod val="110000"/>
                <ns0:satMod val="105000"/>
              </ns0:schemeClr>
            </ns0:gs>
            <ns0:gs pos="50000">
              <ns0:schemeClr val="phClr">
                <ns0:tint val="73000"/>
                <ns0:lumMod val="105000"/>
                <ns0:satMod val="103000"/>
              </ns0:schemeClr>
            </ns0:gs>
            <ns0:gs pos="100000">
              <ns0:schemeClr val="phClr">
                <ns0:tint val="81000"/>
                <ns0:lumMod val="105000"/>
                <ns0:satMod val="109000"/>
              </ns0:schemeClr>
            </ns0:gs>
          </ns0:gsLst>
          <ns0:lin ang="5400000" scaled="0"/>
        </ns0:gradFill>
        <ns0:gradFill>
          <ns0:gsLst>
            <ns0:gs pos="0">
              <ns0:schemeClr val="phClr">
                <ns0:tint val="94000"/>
                <ns0:lumMod val="102000"/>
                <ns0:satMod val="103000"/>
              </ns0:schemeClr>
            </ns0:gs>
            <ns0:gs pos="50000">
              <ns0:schemeClr val="phClr">
                <ns0:shade val="100000"/>
                <ns0:lumMod val="100000"/>
                <ns0:satMod val="110000"/>
              </ns0:schemeClr>
            </ns0:gs>
            <ns0:gs pos="100000">
              <ns0:schemeClr val="phClr">
                <ns0:shade val="78000"/>
                <ns0:lumMod val="99000"/>
                <ns0:satMod val="120000"/>
              </ns0:schemeClr>
            </ns0:gs>
          </ns0:gsLst>
          <ns0:lin ang="5400000" scaled="0"/>
        </ns0:gradFill>
      </ns0:fillStyleLst>
      <ns0:lnStyleLst>
        <ns0:ln w="12700">
          <ns0:solidFill>
            <ns0:schemeClr val="phClr"/>
          </ns0:solidFill>
          <ns0:prstDash val="solid"/>
        </ns0:ln>
        <ns0:ln w="19050">
          <ns0:solidFill>
            <ns0:schemeClr val="phClr"/>
          </ns0:solidFill>
          <ns0:prstDash val="solid"/>
        </ns0:ln>
        <ns0:ln w="25400">
          <ns0:solidFill>
            <ns0:schemeClr val="phClr"/>
          </ns0:solidFill>
          <ns0:prstDash val="solid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>
              <ns0:srgbClr val="000000">
                <ns0:alpha val="16000"/>
              </ns0:srgbClr>
            </ns0:outerShdw>
          </ns0:effectLst>
        </ns0:effectStyle>
        <ns0:effectStyle>
          <ns0:effectLst>
            <ns0:outerShdw blurRad="19050" dist="9525" dir="5400000">
              <ns0:srgbClr val="000000">
                <ns0:alpha val="6000"/>
              </ns0:srgbClr>
            </ns0:outerShdw>
          </ns0:effectLst>
        </ns0:effectStyle>
        <ns0:effectStyle>
          <ns0:effectLst>
            <ns0:outerShdw blurRad="28575" dist="9525" dir="5400000">
              <ns0:srgbClr val="000000">
                <ns0:alpha val="8000"/>
              </ns0:srgbClr>
            </ns0:outerShdw>
          </ns0:effectLst>
        </ns0:effectStyle>
        <ns0:effectStyle>
          <ns0:effectLst>
            <ns0:outerShdw blurRad="57150" dist="19050" dir="5400000">
              <ns0:srgbClr val="000000">
                <ns0:alpha val="10000"/>
              </ns0:srgbClr>
            </ns0:outerShdw>
          </ns0:effectLst>
        </ns0:effectStyle>
        <ns0:effectStyle>
          <ns0:effectLst>
            <ns0:outerShdw blurRad="114300" dist="38100" dir="5400000">
              <ns0:srgbClr val="000000">
                <ns0:alpha val="12000"/>
              </ns0:srgbClr>
            </ns0:outerShdw>
          </ns0:effectLst>
        </ns0:effectStyle>
        <ns0:effectStyle>
          <ns0:effectLst>
            <ns0:outerShdw blurRad="171450" dist="57150" dir="5400000">
              <ns0:srgbClr val="000000">
                <ns0:alpha val="16000"/>
              </ns0:srgbClr>
            </ns0:outerShdw>
          </ns0:effectLst>
        </ns0:effectStyle>
        <ns0:effectStyle>
          <ns0:effectLst>
            <ns0:outerShdw blurRad="266700" dist="95250" dir="5400000">
              <ns0:srgbClr val="000000">
                <ns0:alpha val="24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>
          <ns0:gsLst>
            <ns0:gs pos="0">
              <ns0:schemeClr val="phClr">
                <ns0:tint val="93000"/>
                <ns0:shade val="98000"/>
                <ns0:lumMod val="102000"/>
                <ns0:satMod val="150000"/>
              </ns0:schemeClr>
            </ns0:gs>
            <ns0:gs pos="50000">
              <ns0:schemeClr val="phClr">
                <ns0:tint val="98000"/>
                <ns0:shade val="90000"/>
                <ns0:lumMod val="103000"/>
                <ns0:satMod val="130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</ns0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0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Walnut Exporter</dc:creator>
  <ns0:lastModifiedBy>Walnut Exporter</ns0:lastModifiedBy>
  <dc:title>Presentation</dc:title>
  <ns2:created xsi:type="dcterms:W3CDTF">2026-10-03T21:28:22.8150000Z</ns2:created>
  <ns2:modified xsi:type="dcterms:W3CDTF">2026-10-03T21:28:22.8150000Z</ns2:modified>
</ns0:coreProperties>
</file>